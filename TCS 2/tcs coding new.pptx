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03165-3AFA-E1B7-2E9F-79EB752211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C875D-A74D-17BB-CEBC-DE2BDCB13F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93FF2-B5EF-22F8-CC2C-B7A2851B4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FFC4B-1C14-C166-C658-D533D8B8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011D7-F648-0B27-3DB6-DC2534DEF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79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FC1BF-240D-E083-8D92-991431C36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A236E-4A72-DFA2-288A-15BDDDAE3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D082B-DE47-92D9-310F-94AE37BA2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8BE3E-E784-2AFD-FB38-E3DD0CEA9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FCD42-C2FD-DA33-7D94-43C618CD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674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593A-801C-E6C4-5FCF-A2F02FA91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30FC6B-CD53-B9E6-7B35-CF12A840C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55016-7220-5F76-5738-13B094A3C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2C3EE-E9BA-1CFF-0CED-4E382E3F4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1FB44-92DE-399A-7F4B-62DCFCCEC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08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F5A96-6E24-7FCA-A1B0-CF1731ABA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E9A1E-C895-8865-0F95-14E487A411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7CBCA7-0053-D985-275B-7F1C671E2F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CC264-D38C-3D71-FAAE-93809CB9A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94A105-E779-F88D-8593-3C76AC3F4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6CA7C-B4FD-3FEC-39AB-8CBF3888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7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76ECD-A871-A86B-EBAF-BA0EAC694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6FCCE-0F70-2584-581E-314A9AE34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ECE64-BEE9-6A47-079D-85DECC57F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7BAC11-0FF6-8B7A-3DB1-91F2F66F4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B36F4-9B79-883F-11C2-00FB49208E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F61B52-96FF-4FE8-E314-3D13E21B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3F2ECC-598A-0270-0067-4ED71D985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25F2D-7143-55FF-4992-2C2668359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2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F82F9-3C61-A0CF-89BB-60A4D193E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414FC-20F0-4FC4-78FD-508EC6A7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184F7-53C5-8C34-3E67-9B9F70630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3F30C-F389-B58C-CDD3-616203C2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493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B852A8-5A69-198E-6C19-8D8DA71B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EFEEAE-518A-9C9C-185E-AD416D333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AC17F-A141-303C-B08D-DF0F24BC3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11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9456-9153-CB1D-C5A8-8F82A10F9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64F7B-D2E8-DB36-6CC3-A23D18454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658C7-AF15-F561-4204-A8DBF62FE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73E30-6D30-F844-D517-B3283FEC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DF2E7-297A-1507-9770-2969C476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CD844-C531-64FF-DB32-C30C4B3B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38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83748-30A6-EB10-4050-FC37DEFC9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6E3CD-8D07-8748-C895-7A19DE296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41B37A-8F47-F626-299A-946D174B9A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4ED09-B422-A06B-59B9-158EFAC8E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6D547-24D0-B036-6D08-643640F2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58EAC-FB1B-ADD3-7C2D-8BA39EB14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18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46C1-CD13-7046-AE74-BB0A54D78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ACB51-C337-B6BB-A220-4642A5823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49293-5C03-300F-0299-7A83AA37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9F217-FDB1-CEFC-24B3-3C130C4E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A64C-5B62-F744-A526-FEF12A90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254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BE992-9940-A7EC-5C80-22DBCF93BE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BC0A5-1EE6-E319-1E50-D3819E2E1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5AAFB-8075-714C-506C-3889F4D03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B194E-9BEB-473C-B072-341A702CD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1C46E-69F7-AE36-EB3C-F2513768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47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272923-7180-2984-F236-F18010EB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D883B-766F-C36F-BFCC-E37B32D90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9FC949-0909-1BB1-1C61-9D3523A02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AF58C0-1D8D-441B-BA72-E9B7492D084A}" type="datetimeFigureOut">
              <a:rPr lang="en-IN" smtClean="0"/>
              <a:t>27-04-2024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43399-EC9E-81E8-301D-487F0373DB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B3BC6-C68E-73B7-4B6F-7615532E46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57ACD-F64F-4770-ABC3-C36AC3F14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981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3D68CBCD-B73C-2C3E-519D-6585830F0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11" y="651500"/>
            <a:ext cx="7368111" cy="385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22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C39AF1-1C05-2CB1-B4E0-011489214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54" y="610072"/>
            <a:ext cx="7440310" cy="3045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07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89C0BD-9B9F-A36A-8E3F-45720B0F2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96" y="533820"/>
            <a:ext cx="7654469" cy="409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733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Monika Bagora</dc:creator>
  <cp:lastModifiedBy>Monika Bagora</cp:lastModifiedBy>
  <cp:revision>1</cp:revision>
  <dcterms:created xsi:type="dcterms:W3CDTF">2024-04-27T07:41:52Z</dcterms:created>
  <dcterms:modified xsi:type="dcterms:W3CDTF">2024-04-27T07:42:34Z</dcterms:modified>
</cp:coreProperties>
</file>